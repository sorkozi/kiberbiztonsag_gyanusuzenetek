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3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6255239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 dirty="0" err="1"/>
              <a:t>Kiberbiztonság</a:t>
            </a:r>
            <a:endParaRPr sz="5600" b="1" dirty="0"/>
          </a:p>
          <a:p>
            <a:pPr>
              <a:defRPr sz="3200"/>
            </a:pPr>
            <a:r>
              <a:rPr dirty="0"/>
              <a:t>Phishing – </a:t>
            </a:r>
            <a:r>
              <a:rPr dirty="0" err="1"/>
              <a:t>Kamu</a:t>
            </a:r>
            <a:r>
              <a:rPr dirty="0"/>
              <a:t> e‑</a:t>
            </a:r>
            <a:r>
              <a:rPr dirty="0" err="1"/>
              <a:t>mailek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SMS-</a:t>
            </a:r>
            <a:r>
              <a:rPr dirty="0" err="1"/>
              <a:t>ek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385874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chemeClr val="bg1"/>
                </a:solidFill>
              </a:rPr>
              <a:t>Mi </a:t>
            </a:r>
            <a:r>
              <a:rPr sz="4000" b="1" dirty="0" err="1">
                <a:solidFill>
                  <a:schemeClr val="bg1"/>
                </a:solidFill>
              </a:rPr>
              <a:t>az</a:t>
            </a:r>
            <a:r>
              <a:rPr sz="4000" b="1" dirty="0">
                <a:solidFill>
                  <a:schemeClr val="bg1"/>
                </a:solidFill>
              </a:rPr>
              <a:t> a phishing?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1694" y="67806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dirty="0"/>
              <a:t>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Online csalás</a:t>
            </a:r>
          </a:p>
          <a:p>
            <a:pPr>
              <a:defRPr sz="2600"/>
            </a:pPr>
            <a:r>
              <a:t>Hamis e‑mailek vagy SMS-ek</a:t>
            </a:r>
          </a:p>
          <a:p>
            <a:pPr>
              <a:defRPr sz="2600"/>
            </a:pPr>
            <a:r>
              <a:t>Banknak vagy cégnek adják ki magukat</a:t>
            </a:r>
          </a:p>
          <a:p>
            <a:pPr>
              <a:defRPr sz="2600"/>
            </a:pPr>
            <a:r>
              <a:t>Cél: jelszó vagy bankkártya megszerzése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543289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 err="1">
                <a:solidFill>
                  <a:schemeClr val="bg1"/>
                </a:solidFill>
              </a:rPr>
              <a:t>Hol</a:t>
            </a:r>
            <a:r>
              <a:rPr sz="4000" b="1" dirty="0">
                <a:solidFill>
                  <a:schemeClr val="bg1"/>
                </a:solidFill>
              </a:rPr>
              <a:t> </a:t>
            </a:r>
            <a:r>
              <a:rPr sz="4000" b="1" dirty="0" err="1">
                <a:solidFill>
                  <a:schemeClr val="bg1"/>
                </a:solidFill>
              </a:rPr>
              <a:t>találkozhatunk</a:t>
            </a:r>
            <a:r>
              <a:rPr sz="4000" b="1" dirty="0">
                <a:solidFill>
                  <a:schemeClr val="bg1"/>
                </a:solidFill>
              </a:rPr>
              <a:t> </a:t>
            </a:r>
            <a:r>
              <a:rPr sz="4000" b="1" dirty="0" err="1">
                <a:solidFill>
                  <a:schemeClr val="bg1"/>
                </a:solidFill>
              </a:rPr>
              <a:t>vele</a:t>
            </a:r>
            <a:r>
              <a:rPr sz="4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3059" y="171063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dirty="0"/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E‑mail</a:t>
            </a:r>
          </a:p>
          <a:p>
            <a:pPr>
              <a:defRPr sz="2600"/>
            </a:pPr>
            <a:r>
              <a:t>SMS</a:t>
            </a:r>
          </a:p>
          <a:p>
            <a:pPr>
              <a:defRPr sz="2600"/>
            </a:pPr>
            <a:r>
              <a:t>Közösségi média</a:t>
            </a:r>
          </a:p>
          <a:p>
            <a:pPr>
              <a:defRPr sz="2600"/>
            </a:pPr>
            <a:r>
              <a:t>Hamis weboldalak</a:t>
            </a:r>
          </a:p>
          <a:p>
            <a:pPr>
              <a:defRPr sz="2600"/>
            </a:pPr>
            <a:r>
              <a:t>Nyereményjátékok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53306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chemeClr val="bg1"/>
                </a:solidFill>
              </a:rPr>
              <a:t>A </a:t>
            </a:r>
            <a:r>
              <a:rPr sz="4000" b="1" dirty="0" err="1">
                <a:solidFill>
                  <a:schemeClr val="bg1"/>
                </a:solidFill>
              </a:rPr>
              <a:t>veszélyei</a:t>
            </a:r>
            <a:endParaRPr sz="40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0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dirty="0"/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278735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dirty="0" err="1"/>
              <a:t>Pénz</a:t>
            </a:r>
            <a:r>
              <a:rPr dirty="0"/>
              <a:t> </a:t>
            </a:r>
            <a:r>
              <a:rPr dirty="0" err="1"/>
              <a:t>ellopása</a:t>
            </a:r>
            <a:endParaRPr dirty="0"/>
          </a:p>
          <a:p>
            <a:pPr>
              <a:defRPr sz="2600"/>
            </a:pPr>
            <a:r>
              <a:rPr dirty="0" err="1"/>
              <a:t>Fiókok</a:t>
            </a:r>
            <a:r>
              <a:rPr dirty="0"/>
              <a:t> </a:t>
            </a:r>
            <a:r>
              <a:rPr dirty="0" err="1"/>
              <a:t>feltörése</a:t>
            </a:r>
            <a:endParaRPr dirty="0"/>
          </a:p>
          <a:p>
            <a:pPr>
              <a:defRPr sz="2600"/>
            </a:pPr>
            <a:r>
              <a:rPr dirty="0" err="1"/>
              <a:t>Személyes</a:t>
            </a:r>
            <a:r>
              <a:rPr dirty="0"/>
              <a:t> </a:t>
            </a:r>
            <a:r>
              <a:rPr dirty="0" err="1"/>
              <a:t>adatok</a:t>
            </a:r>
            <a:r>
              <a:rPr dirty="0"/>
              <a:t> </a:t>
            </a:r>
            <a:r>
              <a:rPr dirty="0" err="1"/>
              <a:t>kiszivárgás</a:t>
            </a:r>
            <a:r>
              <a:rPr lang="hu-HU" dirty="0"/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290175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 err="1">
                <a:solidFill>
                  <a:schemeClr val="bg1"/>
                </a:solidFill>
              </a:rPr>
              <a:t>Gyanús</a:t>
            </a:r>
            <a:r>
              <a:rPr sz="4000" b="1" dirty="0">
                <a:solidFill>
                  <a:schemeClr val="bg1"/>
                </a:solidFill>
              </a:rPr>
              <a:t> </a:t>
            </a:r>
            <a:r>
              <a:rPr sz="4000" b="1" dirty="0" err="1">
                <a:solidFill>
                  <a:schemeClr val="bg1"/>
                </a:solidFill>
              </a:rPr>
              <a:t>jelek</a:t>
            </a:r>
            <a:endParaRPr sz="40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0" y="171063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dirty="0"/>
              <a:t>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Sürgető szavak: AZONNAL, SÜRGŐS</a:t>
            </a:r>
          </a:p>
          <a:p>
            <a:pPr>
              <a:defRPr sz="2600"/>
            </a:pPr>
            <a:r>
              <a:t>Nyeremény ígérete</a:t>
            </a:r>
          </a:p>
          <a:p>
            <a:pPr>
              <a:defRPr sz="2600"/>
            </a:pPr>
            <a:r>
              <a:t>Ismeretlen linkek</a:t>
            </a:r>
          </a:p>
          <a:p>
            <a:pPr>
              <a:defRPr sz="2600"/>
            </a:pPr>
            <a:r>
              <a:t>Helyesírási hibák</a:t>
            </a:r>
          </a:p>
          <a:p>
            <a:pPr>
              <a:defRPr sz="2600"/>
            </a:pPr>
            <a:r>
              <a:t>Jelszó kérése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300607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 err="1">
                <a:solidFill>
                  <a:schemeClr val="bg1"/>
                </a:solidFill>
              </a:rPr>
              <a:t>Mit</a:t>
            </a:r>
            <a:r>
              <a:rPr sz="4000" b="1" dirty="0">
                <a:solidFill>
                  <a:schemeClr val="bg1"/>
                </a:solidFill>
              </a:rPr>
              <a:t> </a:t>
            </a:r>
            <a:r>
              <a:rPr sz="4000" b="1" dirty="0" err="1">
                <a:solidFill>
                  <a:schemeClr val="bg1"/>
                </a:solidFill>
              </a:rPr>
              <a:t>tegyünk</a:t>
            </a:r>
            <a:r>
              <a:rPr sz="4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9953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dirty="0"/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531736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dirty="0"/>
              <a:t>Ne </a:t>
            </a:r>
            <a:r>
              <a:rPr dirty="0" err="1"/>
              <a:t>kattints</a:t>
            </a:r>
            <a:r>
              <a:rPr dirty="0"/>
              <a:t> </a:t>
            </a:r>
            <a:r>
              <a:rPr dirty="0" err="1"/>
              <a:t>gyanús</a:t>
            </a:r>
            <a:r>
              <a:rPr dirty="0"/>
              <a:t> </a:t>
            </a:r>
            <a:r>
              <a:rPr dirty="0" err="1"/>
              <a:t>linkre</a:t>
            </a:r>
            <a:endParaRPr dirty="0"/>
          </a:p>
          <a:p>
            <a:pPr>
              <a:defRPr sz="2600"/>
            </a:pPr>
            <a:r>
              <a:rPr dirty="0"/>
              <a:t>Ne add meg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adataid</a:t>
            </a:r>
            <a:endParaRPr lang="hu-HU" dirty="0"/>
          </a:p>
          <a:p>
            <a:pPr>
              <a:defRPr sz="2600"/>
            </a:pPr>
            <a:r>
              <a:rPr dirty="0" err="1"/>
              <a:t>Ellenőrizd</a:t>
            </a:r>
            <a:r>
              <a:rPr dirty="0"/>
              <a:t> a </a:t>
            </a:r>
            <a:r>
              <a:rPr dirty="0" err="1"/>
              <a:t>weboldalt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563609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 err="1">
                <a:solidFill>
                  <a:schemeClr val="bg1"/>
                </a:solidFill>
              </a:rPr>
              <a:t>PhishDetector</a:t>
            </a:r>
            <a:r>
              <a:rPr sz="4000" b="1" dirty="0">
                <a:solidFill>
                  <a:schemeClr val="bg1"/>
                </a:solidFill>
              </a:rPr>
              <a:t> </a:t>
            </a:r>
            <a:r>
              <a:rPr sz="4000" b="1" dirty="0" err="1">
                <a:solidFill>
                  <a:schemeClr val="bg1"/>
                </a:solidFill>
              </a:rPr>
              <a:t>alkalmazás</a:t>
            </a:r>
            <a:endParaRPr sz="40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d2181d76-af9c-49a5-92d3-d8f32f4b63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59642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08612" y="20574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rPr dirty="0"/>
              <a:t>SMS </a:t>
            </a:r>
            <a:r>
              <a:rPr dirty="0" err="1"/>
              <a:t>vagy</a:t>
            </a:r>
            <a:r>
              <a:rPr dirty="0"/>
              <a:t> e‑mail </a:t>
            </a:r>
            <a:r>
              <a:rPr dirty="0" err="1"/>
              <a:t>szöveg</a:t>
            </a:r>
            <a:r>
              <a:rPr dirty="0"/>
              <a:t> </a:t>
            </a:r>
            <a:r>
              <a:rPr dirty="0" err="1"/>
              <a:t>bemásolható</a:t>
            </a:r>
            <a:endParaRPr dirty="0"/>
          </a:p>
          <a:p>
            <a:pPr>
              <a:defRPr sz="2600"/>
            </a:pPr>
            <a:r>
              <a:rPr dirty="0" err="1"/>
              <a:t>Kulcsszavakat</a:t>
            </a:r>
            <a:r>
              <a:rPr dirty="0"/>
              <a:t> </a:t>
            </a:r>
            <a:r>
              <a:rPr dirty="0" err="1"/>
              <a:t>keres</a:t>
            </a:r>
            <a:endParaRPr dirty="0"/>
          </a:p>
          <a:p>
            <a:pPr>
              <a:defRPr sz="2600"/>
            </a:pPr>
            <a:r>
              <a:rPr dirty="0" err="1"/>
              <a:t>Linkeket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számokat</a:t>
            </a:r>
            <a:r>
              <a:rPr dirty="0"/>
              <a:t> </a:t>
            </a:r>
            <a:r>
              <a:rPr dirty="0" err="1"/>
              <a:t>ellenőriz</a:t>
            </a:r>
            <a:endParaRPr dirty="0"/>
          </a:p>
          <a:p>
            <a:pPr>
              <a:defRPr sz="2600"/>
            </a:pPr>
            <a:r>
              <a:rPr dirty="0" err="1"/>
              <a:t>Százalékos</a:t>
            </a:r>
            <a:r>
              <a:rPr dirty="0"/>
              <a:t> </a:t>
            </a:r>
            <a:r>
              <a:rPr dirty="0" err="1"/>
              <a:t>veszélyességet</a:t>
            </a:r>
            <a:r>
              <a:rPr dirty="0"/>
              <a:t> </a:t>
            </a:r>
            <a:r>
              <a:rPr dirty="0" err="1"/>
              <a:t>mutat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3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84150" y="2812554"/>
            <a:ext cx="498918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 err="1"/>
              <a:t>Köszön</a:t>
            </a:r>
            <a:r>
              <a:rPr lang="hu-HU" sz="4000" b="1" dirty="0" err="1"/>
              <a:t>jük</a:t>
            </a:r>
            <a:r>
              <a:rPr sz="4000" b="1" dirty="0"/>
              <a:t> a </a:t>
            </a:r>
            <a:r>
              <a:rPr sz="4000" b="1" dirty="0" err="1"/>
              <a:t>figyelmet</a:t>
            </a:r>
            <a:r>
              <a:rPr sz="4000" b="1" dirty="0"/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0658" y="1828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dirty="0"/>
              <a:t>👨‍💻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</Words>
  <Application>Microsoft Office PowerPoint</Application>
  <PresentationFormat>Diavetítés a képernyőre (4:3 oldalarány)</PresentationFormat>
  <Paragraphs>39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Gy�rei Bal�zs</dc:creator>
  <cp:keywords/>
  <dc:description>generated using python-pptx</dc:description>
  <cp:lastModifiedBy>Gy�rei Bal�zs</cp:lastModifiedBy>
  <cp:revision>2</cp:revision>
  <dcterms:created xsi:type="dcterms:W3CDTF">2013-01-27T09:14:16Z</dcterms:created>
  <dcterms:modified xsi:type="dcterms:W3CDTF">2026-03-25T09:03:50Z</dcterms:modified>
  <cp:category/>
</cp:coreProperties>
</file>