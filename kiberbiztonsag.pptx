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/>
              <a:t>Kiberbiztonság Nap</a:t>
            </a:r>
          </a:p>
          <a:p>
            <a:pPr>
              <a:defRPr sz="3200"/>
            </a:pPr>
            <a:r>
              <a:t>Phishing – Kamu e‑mailek és SMS-ek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Mi az a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Online csalás</a:t>
            </a:r>
          </a:p>
          <a:p>
            <a:pPr>
              <a:defRPr sz="2600"/>
            </a:pPr>
            <a:r>
              <a:t>Hamis e‑mailek vagy SMS-ek</a:t>
            </a:r>
          </a:p>
          <a:p>
            <a:pPr>
              <a:defRPr sz="2600"/>
            </a:pPr>
            <a:r>
              <a:t>Banknak vagy cégnek adják ki magukat</a:t>
            </a:r>
          </a:p>
          <a:p>
            <a:pPr>
              <a:defRPr sz="2600"/>
            </a:pPr>
            <a:r>
              <a:t>Cél: jelszó vagy bankkártya megszerzése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Hol találkozhatunk vele?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E‑mail</a:t>
            </a:r>
          </a:p>
          <a:p>
            <a:pPr>
              <a:defRPr sz="2600"/>
            </a:pPr>
            <a:r>
              <a:t>SMS</a:t>
            </a:r>
          </a:p>
          <a:p>
            <a:pPr>
              <a:defRPr sz="2600"/>
            </a:pPr>
            <a:r>
              <a:t>Közösségi média</a:t>
            </a:r>
          </a:p>
          <a:p>
            <a:pPr>
              <a:defRPr sz="2600"/>
            </a:pPr>
            <a:r>
              <a:t>Hamis weboldalak</a:t>
            </a:r>
          </a:p>
          <a:p>
            <a:pPr>
              <a:defRPr sz="2600"/>
            </a:pPr>
            <a:r>
              <a:t>Nyereményjátékok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A veszélyei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Pénz ellopása</a:t>
            </a:r>
          </a:p>
          <a:p>
            <a:pPr>
              <a:defRPr sz="2600"/>
            </a:pPr>
            <a:r>
              <a:t>Fiókok feltörése</a:t>
            </a:r>
          </a:p>
          <a:p>
            <a:pPr>
              <a:defRPr sz="2600"/>
            </a:pPr>
            <a:r>
              <a:t>Személyes adatok kiszivárgása</a:t>
            </a:r>
          </a:p>
          <a:p>
            <a:pPr>
              <a:defRPr sz="2600"/>
            </a:pPr>
            <a:r>
              <a:t>Vírusos linkek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Gyanús jelek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Sürgető szavak: AZONNAL, SÜRGŐS</a:t>
            </a:r>
          </a:p>
          <a:p>
            <a:pPr>
              <a:defRPr sz="2600"/>
            </a:pPr>
            <a:r>
              <a:t>Nyeremény ígérete</a:t>
            </a:r>
          </a:p>
          <a:p>
            <a:pPr>
              <a:defRPr sz="2600"/>
            </a:pPr>
            <a:r>
              <a:t>Ismeretlen linkek</a:t>
            </a:r>
          </a:p>
          <a:p>
            <a:pPr>
              <a:defRPr sz="2600"/>
            </a:pPr>
            <a:r>
              <a:t>Helyesírási hibák</a:t>
            </a:r>
          </a:p>
          <a:p>
            <a:pPr>
              <a:defRPr sz="2600"/>
            </a:pPr>
            <a:r>
              <a:t>Jelszó kérése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Mit tegyünk?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Ne kattints gyanús linkre</a:t>
            </a:r>
          </a:p>
          <a:p>
            <a:pPr>
              <a:defRPr sz="2600"/>
            </a:pPr>
            <a:r>
              <a:t>Ne add meg az adataid</a:t>
            </a:r>
          </a:p>
          <a:p>
            <a:pPr>
              <a:defRPr sz="2600"/>
            </a:pPr>
            <a:r>
              <a:t>Kérdezz meg tanárt vagy szülőt</a:t>
            </a:r>
          </a:p>
          <a:p>
            <a:pPr>
              <a:defRPr sz="2600"/>
            </a:pPr>
            <a:r>
              <a:t>Ellenőrizd a weboldalt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PhishDetector alkalmazás</a:t>
            </a:r>
          </a:p>
        </p:txBody>
      </p:sp>
      <p:pic>
        <p:nvPicPr>
          <p:cNvPr id="5" name="Picture 4" descr="d2181d76-af9c-49a5-92d3-d8f32f4b63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59642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SMS vagy e‑mail szöveg bemásolható</a:t>
            </a:r>
          </a:p>
          <a:p>
            <a:pPr>
              <a:defRPr sz="2600"/>
            </a:pPr>
            <a:r>
              <a:t>Kulcsszavakat keres</a:t>
            </a:r>
          </a:p>
          <a:p>
            <a:pPr>
              <a:defRPr sz="2600"/>
            </a:pPr>
            <a:r>
              <a:t>Linkeket és számokat ellenőriz</a:t>
            </a:r>
          </a:p>
          <a:p>
            <a:pPr>
              <a:defRPr sz="2600"/>
            </a:pPr>
            <a:r>
              <a:t>Százalékos veszélyességet mutat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Köszönöm a figyelmet!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👨‍💻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Van kérdés?</a:t>
            </a:r>
          </a:p>
          <a:p>
            <a:pPr>
              <a:defRPr sz="2600"/>
            </a:pPr>
            <a:r>
              <a:t>Most bemutatjuk az alkalmazást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